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Клики и заявки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Клики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19.10</c:v>
                </c:pt>
                <c:pt idx="5">
                  <c:v>20.10</c:v>
                </c:pt>
                <c:pt idx="6">
                  <c:v>21.10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10</c:v>
                </c:pt>
                <c:pt idx="2">
                  <c:v>9</c:v>
                </c:pt>
                <c:pt idx="3">
                  <c:v>4</c:v>
                </c:pt>
                <c:pt idx="4">
                  <c:v>9</c:v>
                </c:pt>
                <c:pt idx="5">
                  <c:v>15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Заявки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19.10</c:v>
                </c:pt>
                <c:pt idx="5">
                  <c:v>20.10</c:v>
                </c:pt>
                <c:pt idx="6">
                  <c:v>21.10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  <c:pt idx="5">
                  <c:v>1.0</c:v>
                </c:pt>
                <c:pt idx="6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Потери: бюджет и ранг,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lostB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19.10</c:v>
                </c:pt>
                <c:pt idx="5">
                  <c:v>20.10</c:v>
                </c:pt>
                <c:pt idx="6">
                  <c:v>21.10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46.4</c:v>
                </c:pt>
                <c:pt idx="1">
                  <c:v>13.5</c:v>
                </c:pt>
                <c:pt idx="2">
                  <c:v>5.5</c:v>
                </c:pt>
                <c:pt idx="3">
                  <c:v>0.0</c:v>
                </c:pt>
                <c:pt idx="4">
                  <c:v>0.0</c:v>
                </c:pt>
                <c:pt idx="5">
                  <c:v>13.2</c:v>
                </c:pt>
                <c:pt idx="6">
                  <c:v>9.5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lostR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19.10</c:v>
                </c:pt>
                <c:pt idx="5">
                  <c:v>20.10</c:v>
                </c:pt>
                <c:pt idx="6">
                  <c:v>21.10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36.3</c:v>
                </c:pt>
                <c:pt idx="1">
                  <c:v>30.4</c:v>
                </c:pt>
                <c:pt idx="2">
                  <c:v>61.8</c:v>
                </c:pt>
                <c:pt idx="3">
                  <c:v>65.9</c:v>
                </c:pt>
                <c:pt idx="4">
                  <c:v>54.3</c:v>
                </c:pt>
                <c:pt idx="5">
                  <c:v>54.3</c:v>
                </c:pt>
                <c:pt idx="6">
                  <c:v>55.8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БУХГАЛТЕРИЯ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Бухгалтерские услуги: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где ломается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1 кампания · 13–21 октября 2026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ранг, посадочная и запросы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22.10.2026 · без изменений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Бухгалтерия: 2 заявки, CPA $34,7, но ранг — 51%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1 004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показов 13–21.10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кликов 13–21.10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заявки (форма)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$34,7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CPA по заявкам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577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1 кампания «Бухгалтерские услуги», $7/день. За 13–21: 1 004 показа, 70 кликов, $69, 2 заявки.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Доля показов 30,9%, потеря по рангу 50,9%, по бюджету 16,7%. Бюджет — не главное.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12 объявлений ведут на главную dtcc.by — это Tilda-одностраничник: 536 слов, 5 изображений, 2 формы, нет H1/H2 и цен.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Конкуренты обходят в 62–90% пересечений. Сначала LP/QS, потом ставки.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1460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974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ГДЕ ЛОМАЕТСЯ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175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LP: нет H1, нет цен, мало контента — Google не видит релевантности.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QS 3–7, у части ключей LP ниже среднего.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Запросы: «питер», «репетитор», «элементы метода», «калькулятор» — мусор при 386 минусах.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Бухгалтерия: клики, заявки и потери по дням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234440"/>
          <a:ext cx="53949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13–16.10: 4–12 кликов/день, 0 заявок. 19–20.10: по 1 заявке, клики 9 и 15. 21.10: 10 кликов, 0 заявок.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19.10 — lostR 41%, 20.10 — 48%, 21.10 — 55%: ранг стабильно режет охват.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dtcc.by: одностраничник Tilda, а не посадочная под услуги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58521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7432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Сейчас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Что должно быть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Слов на странице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1 500+ под услуги/сегменты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H1 / H2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H1 «Бухгалтерские услуги в Минске» + блоки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Цены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пакеты: ИП, ООО, нулевая отчётность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Формы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форма + телефон + мессенджеры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Изображения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фото команды/офиса/кейсы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Объявления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12 → главная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на отдельные страницы услуг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23444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Сейчас все 12 объявлений ведут на главную. Для запроса «ведение бухучета» это слабая посадочная.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Сделать 2–3 страницы: «Бухгалтерские услуги», «Бухгалтер для ИП», «Нулевая отчётность».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На странице: H1 с городом, пакеты и цены, что входит, сроки, кейсы, FAQ, форма.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Это поднимет LP/QS и конверсию; без этого ставки не помогут.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LP = landing page. Сейчас это Tilda-визитка, а не страница под платный трафик.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АУКЦИОН И ЗАПРОСЫ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Бухгалтерия: конкуренты обходят по рангу, а не по бюджету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731520"/>
                <a:gridCol w="731520"/>
                <a:gridCol w="822960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Выигрыши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prof-account.by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buxgalteria.by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rcompany.by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fingorizont.by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86600" y="1234440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Наша доля 30,9% — ниже конкурентов; потеря по рангу 50,9%, по бюджету 16,7%.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Конкуренты обходят в 62–90% пересечений: не хватает ставки/QS.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Запросы-мусор: «бухгалтерские услуги питер», «репетитор», «элементы метода», «счета», «калькулятор».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386 минусов есть, но дырки остались; чистить точечно.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720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Arial"/>
              </a:rPr>
              <a:t>Ядро: «ведение бухучета» — 13 кликов, 0 заявок; «поиск бухгалтера» — 1 заявка, QS 3. Это сигнал по LP/офферу, а не по бюджету.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Бухгалтерия: сначала LP, потом ставки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1. Сделать 2–3 посадочные под услуги (ведение, ИП, нулевая) с H1, ценами, кейсами, FAQ и формой.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2. Перевести 12 объявлений с главной на эти страницы.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3. Почистить запросы: питер, репетитор, элементы метода, счета, калькулятор.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4. Поднять ставки/QS на «ведение бухучета», «бухгалтер для ИП», «бухгалтерские услуги Минск».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5. Бюджет $7 не трогать до роста QS/топа: lostB 16,7%, lostR 50,9%.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Цель: топ страницы 60–70%, CPA &lt; $25–30.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Если после LP CPA не падает — менять оффер/цены, а не ставки.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Конверсии уже есть (форма), но 2 заявки — мало для выводов.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