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" cy="361188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9728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D0130D"/>
                </a:solidFill>
                <a:latin typeface="Arial"/>
              </a:rPr>
              <a:t>YOUTUBE / IN-FEED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YouTube In-Feed</a:t>
            </a:r>
          </a:p>
          <a:p>
            <a:pPr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25–34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Кампания 24386283079 · 21–22 октября 2026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2 показа, 0 кликов, $0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709160"/>
            <a:ext cx="4572000" cy="18288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7375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9B9B9"/>
                </a:solidFill>
                <a:latin typeface="Arial"/>
              </a:rPr>
              <a:t>Подготовлено 22.10.2026 · без изменений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СТАТУС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Кампания включена и одобрена, но почти не показывается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22.10.2026 · без изменений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25880"/>
            <a:ext cx="231343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01368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показа за 2 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2344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2424" y="1325880"/>
            <a:ext cx="231343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1801368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кликов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2344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1325880"/>
            <a:ext cx="231343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1801368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расход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2344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>
            <a:solidFill>
              <a:srgbClr val="17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8824" y="1325880"/>
            <a:ext cx="231343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$0,01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801368"/>
            <a:ext cx="2313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9D9D9"/>
                </a:solidFill>
                <a:latin typeface="Arial"/>
              </a:rPr>
              <a:t>ставка CPV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14600"/>
            <a:ext cx="55778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40">
                <a:solidFill>
                  <a:srgbClr val="D0130D"/>
                </a:solidFill>
                <a:latin typeface="Arial"/>
              </a:rPr>
              <a:t>●  </a:t>
            </a:r>
            <a:r>
              <a:rPr sz="1040">
                <a:solidFill>
                  <a:srgbClr val="17181A"/>
                </a:solidFill>
                <a:latin typeface="Arial"/>
              </a:rPr>
              <a:t>Кампания ENABLED, servingStatus = SERVING. Объявление APPROVED, reviewStatus = REVIEWED.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40">
                <a:solidFill>
                  <a:srgbClr val="D0130D"/>
                </a:solidFill>
                <a:latin typeface="Arial"/>
              </a:rPr>
              <a:t>●  </a:t>
            </a:r>
            <a:r>
              <a:rPr sz="1040">
                <a:solidFill>
                  <a:srgbClr val="17181A"/>
                </a:solidFill>
                <a:latin typeface="Arial"/>
              </a:rPr>
              <a:t>Формат: Video Responsive, In-Feed, 25–34, BY/RU. Бюджет $5/день.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40">
                <a:solidFill>
                  <a:srgbClr val="D0130D"/>
                </a:solidFill>
                <a:latin typeface="Arial"/>
              </a:rPr>
              <a:t>●  </a:t>
            </a:r>
            <a:r>
              <a:rPr sz="1040">
                <a:solidFill>
                  <a:srgbClr val="17181A"/>
                </a:solidFill>
                <a:latin typeface="Arial"/>
              </a:rPr>
              <a:t>2 показа и 0 кликов за 2 дня — кампания barely участвует в аукционе.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40">
                <a:solidFill>
                  <a:srgbClr val="D0130D"/>
                </a:solidFill>
                <a:latin typeface="Arial"/>
              </a:rPr>
              <a:t>●  </a:t>
            </a:r>
            <a:r>
              <a:rPr sz="1040">
                <a:solidFill>
                  <a:srgbClr val="17181A"/>
                </a:solidFill>
                <a:latin typeface="Arial"/>
              </a:rPr>
              <a:t>Креатив не тестируется: данных слишком мало.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51460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69748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D0130D"/>
                </a:solidFill>
                <a:latin typeface="Arial"/>
              </a:rPr>
              <a:t>ПРИЧИНА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017520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Ставка CPV $0,01 (target CPV $0,02) — слишком низко для конкуренции.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20 каналов + 10 ключей, возраст 20–35, только In-Feed — узкая аудитория.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2 дня — мало; но 2 показа явно мало даже для старта.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ЧТО ДЕЛАТЬ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Что поднять, чтобы YouTube начал откручиваться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22.10.2026 · без изменений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1. Поднять CPV-ставку до $0,03–0,05 (target CPV $0,05).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2. Расширить каналы/ключи: сейчас 20 каналов и 10 ключей — добавить смежные темы.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3. Проверить возраст/гео: 20–35, BY/RU. Если аудитория узкая — расширить до 18–44.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4. Добавить 2–3 варианта объявлений/видео для теста.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5. Дать 3–5 дней и 1 000+ показов, потом смотреть CPV/CTR.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3444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Цель кампании — «Просмотры видео». Если нужны клики на сайт, цель надо менять на «Рассмотрение»/клики, иначе алгоритм оптимизирует просмотры.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Не менять креатив, пока нет 1 000+ показов.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Не включать Max Conversions: данных нет.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Что учтено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22.10.2026 · без изменений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Кампания 24386283079, аккаунт 4434931076.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Период 21–22.10.2026; 2 показа, 0 кликов, $0.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Ставка CPV $0,01; target CPV $0,02; бюджет $5/день.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20 каналов + 10 ключей; In-Feed; 25–34; BY/RU.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3444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Статус: ENABLED/SERVING; объявление APPROVED/REVIEWED.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Метрик video_views API не отдаёт — оцениваем показы/клики/расход.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В аккаунте ничего не менял.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