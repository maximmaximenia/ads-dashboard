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" cy="36576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9728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D0130D"/>
                </a:solidFill>
                <a:latin typeface="Arial"/>
              </a:rPr>
              <a:t>GOOGLE ADS / ДАСТО · РЕГУЛИРОВКА ФАР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Регулировка фар
26–27 октября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63240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E6E6E6"/>
                </a:solidFill>
                <a:latin typeface="Arial"/>
              </a:rPr>
              <a:t>Сколько трафика выкупили, почём заявка и где потери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709160"/>
            <a:ext cx="4572000" cy="18288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87375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B9B9B9"/>
                </a:solidFill>
                <a:latin typeface="Arial"/>
              </a:rPr>
              <a:t>Подготовлено 28.10.2026 · без изменений в аккаунте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КОРОТКО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10 заявок за $17,28: CPA $1,73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Регулировка фар · 26–27.10.2026 · без изменений в аккаунте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25880"/>
            <a:ext cx="226771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01368"/>
            <a:ext cx="2267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заявок за 2 дня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7181A"/>
          </a:solidFill>
          <a:ln>
            <a:solidFill>
              <a:srgbClr val="17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1325880"/>
            <a:ext cx="226771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$1,73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1801368"/>
            <a:ext cx="2267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9D9D9"/>
                </a:solidFill>
                <a:latin typeface="Arial"/>
              </a:rPr>
              <a:t>CPA за 2 дня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4184" y="1325880"/>
            <a:ext cx="226771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20,8%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4184" y="1801368"/>
            <a:ext cx="2267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конверсия клика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2344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41664" y="1325880"/>
            <a:ext cx="24505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$16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1664" y="1801368"/>
            <a:ext cx="2450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текущая целевая CPA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487168"/>
            <a:ext cx="54864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26.10: 6 заявок, $9,02, CPA $1,50.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27.10: 4 заявки, $8,26, CPA $2,07.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48 кликов, 297 показов, CPC $0,36; 98% кликов — мобильные.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Телефонные звонки: 6 и 3 подтверждённых; стоимость подтверждённого звонка $1,50 / $2,75.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48716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D0130D"/>
                </a:solidFill>
                <a:latin typeface="Arial"/>
              </a:rPr>
              <a:t>ЧТО ЭТО ЗНАЧИТ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788920"/>
            <a:ext cx="53949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Трафик дешёвый: клик $0,36, конверсия 21%.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Но 40% показов потеряно из-за ранга; бюджет не режет — lostB 0%.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Это не история про «мало денег», это история про видимость.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Снижать целевую CPA до $2–3 опасно: можно урезать объём, не улучшив ранг.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26 и 27 октября: цифры по дням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Регулировка фар · 26–27.10.2026 · без изменений в аккаунте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914400"/>
                <a:gridCol w="1371600"/>
                <a:gridCol w="1097280"/>
                <a:gridCol w="1097280"/>
                <a:gridCol w="1097280"/>
                <a:gridCol w="109728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День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Показы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Заявки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CTR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CPC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CVR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26.10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$9,02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$0,36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$1,50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27.10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$8,26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$0,36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$2,07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$17,28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$0,36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$1,73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246120"/>
            <a:ext cx="111556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26-е: 6 заявок, CPA $1,50 — лучший день.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27-е: заявок меньше (4), CPA $2,07 — всё ещё дёшево.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Расход почти ровный: $9,02 vs $8,26.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Клики: 25 vs 23; показы: 148 vs 149.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Конверсия просела: 24% → 17,4%, но выборка маленькая.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ТРАФИК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Что именно выкупили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Регулировка фар · 26–27.10.2026 · без изменений в аккаунте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D0130D"/>
                </a:solidFill>
                <a:latin typeface="Arial"/>
              </a:rPr>
              <a:t>297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E6E73"/>
                </a:solidFill>
                <a:latin typeface="Arial"/>
              </a:rPr>
              <a:t>показов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7480" y="1755648"/>
            <a:ext cx="320040" cy="256032"/>
          </a:xfrm>
          <a:prstGeom prst="rightArrow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63239" y="1325880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39" y="1444752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D0130D"/>
                </a:solidFill>
                <a:latin typeface="Arial"/>
              </a:rPr>
              <a:t>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193852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E6E73"/>
                </a:solidFill>
                <a:latin typeface="Arial"/>
              </a:rPr>
              <a:t>кликов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29200" y="1755648"/>
            <a:ext cx="320040" cy="256032"/>
          </a:xfrm>
          <a:prstGeom prst="rightArrow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4959" y="1325880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59" y="1444752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D0130D"/>
                </a:solidFill>
                <a:latin typeface="Arial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193852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E6E73"/>
                </a:solidFill>
                <a:latin typeface="Arial"/>
              </a:rPr>
              <a:t>заявок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Клик $0,36; 48 кликов за $17,28.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Конверсия клика 20,8% — сильная.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98% кликов с мобильных: 47 из 48.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Десктоп: 1 клик, 0 заявок, $0,20 — можно не трогать.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889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D0130D"/>
                </a:solidFill>
                <a:latin typeface="Arial"/>
              </a:rPr>
              <a:t>КАЧЕСТВО ТРАФИКА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090672"/>
            <a:ext cx="53949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Заявки — исходящие клики по номеру, не формы.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6 заявок 26-го и 3 подтверждённых звонка 27-го.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Нет бюджета-лимита: lostB 0% в оба дня.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Ограничение — ранг/видимость, а не деньги.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ПОТЕРИ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Где теряем: бюджет или ранг?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Регулировка фар · 26–27.10.2026 · без изменений в аккаунте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96012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822960"/>
                <a:gridCol w="822960"/>
                <a:gridCol w="822960"/>
                <a:gridCol w="1097280"/>
                <a:gridCol w="1097280"/>
                <a:gridCol w="1463040"/>
                <a:gridCol w="118872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День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IS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lostB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lostR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Верх стр.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Abs top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Потеряно показов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Потенц. клики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Потенц. заявки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26.10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58,7%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51,3%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~104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~18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~4,2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27.10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61,1%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38,9%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54,9%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~95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~15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~2,5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~60%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~40%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~53%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~18%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~199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~32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~6,7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38328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Бюджет не режет: lostB 0% оба дня.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Ранг режет 41% и 39% показов.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Верх страницы: 51–55%; абсолютный топ — только 18%.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Потеря top-показов по рангу: 49% и 45%.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383280"/>
            <a:ext cx="5394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Оценка сверху: до +6–7 заявок, если выкупить весь lostR.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Реалистично: половина → +3 заявки за 2 дня.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Это не «добавить бюджет», это поднять ранг/QS.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Снижение целевой CPA не вернёт эти показы.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ЦЕЛЕВАЯ CPA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Стоит ли снижать целевую CPA?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Регулировка фар · 26–27.10.2026 · без изменений в аккаунте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25880"/>
            <a:ext cx="226771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$16,00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01368"/>
            <a:ext cx="2267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текущая целевая CPA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7181A"/>
          </a:solidFill>
          <a:ln>
            <a:solidFill>
              <a:srgbClr val="17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1325880"/>
            <a:ext cx="226771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$1,73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1801368"/>
            <a:ext cx="2267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9D9D9"/>
                </a:solidFill>
                <a:latin typeface="Arial"/>
              </a:rPr>
              <a:t>факт CPA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4184" y="1325880"/>
            <a:ext cx="226771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9,2x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4184" y="1801368"/>
            <a:ext cx="2267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запас цели к факту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2344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41664" y="1325880"/>
            <a:ext cx="24505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1664" y="1801368"/>
            <a:ext cx="2450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потеря по рангу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514600"/>
            <a:ext cx="54864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9">
                <a:solidFill>
                  <a:srgbClr val="D0130D"/>
                </a:solidFill>
                <a:latin typeface="Arial"/>
              </a:rPr>
              <a:t>●  </a:t>
            </a:r>
            <a:r>
              <a:rPr sz="969">
                <a:solidFill>
                  <a:srgbClr val="17181A"/>
                </a:solidFill>
                <a:latin typeface="Arial"/>
              </a:rPr>
              <a:t>Цель $16 — не ограничивает: факт $1,73.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9">
                <a:solidFill>
                  <a:srgbClr val="D0130D"/>
                </a:solidFill>
                <a:latin typeface="Arial"/>
              </a:rPr>
              <a:t>●  </a:t>
            </a:r>
            <a:r>
              <a:rPr sz="969">
                <a:solidFill>
                  <a:srgbClr val="17181A"/>
                </a:solidFill>
                <a:latin typeface="Arial"/>
              </a:rPr>
              <a:t>Снижение до $10–12 всё ещё выше факта: эффект будет почти нулевой.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9">
                <a:solidFill>
                  <a:srgbClr val="D0130D"/>
                </a:solidFill>
                <a:latin typeface="Arial"/>
              </a:rPr>
              <a:t>●  </a:t>
            </a:r>
            <a:r>
              <a:rPr sz="969">
                <a:solidFill>
                  <a:srgbClr val="17181A"/>
                </a:solidFill>
                <a:latin typeface="Arial"/>
              </a:rPr>
              <a:t>Снижение до $2–3 может урезать показы и не помочь рангу.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9">
                <a:solidFill>
                  <a:srgbClr val="D0130D"/>
                </a:solidFill>
                <a:latin typeface="Arial"/>
              </a:rPr>
              <a:t>●  </a:t>
            </a:r>
            <a:r>
              <a:rPr sz="969">
                <a:solidFill>
                  <a:srgbClr val="17181A"/>
                </a:solidFill>
                <a:latin typeface="Arial"/>
              </a:rPr>
              <a:t>Если хочешь тест — $10 на 3–5 дней, не ниже $4.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5146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D0130D"/>
                </a:solidFill>
                <a:latin typeface="Arial"/>
              </a:rPr>
              <a:t>ЧТО СДЕЛАТЬ ВМЕСТО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816352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Поднять ранг: ставки/QS/объявления, а не снижать CPA.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Добрать top-долю: 51–55% → 65%+.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Оставить целевую CPA $16 или тест $10; не $2.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Следить за CPA и объёмом 3–5 дней.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ВЫВОД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Регулировка фар: дешёвый трафик, потерянный ранг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Регулировка фар · 26–27.10.2026 · без изменений в аккаунте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За 2 дня: 297 показов, 48 кликов, 10 заявок, $17,28, CPA $1,73.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Это дешёвый и качественный трафик: CPC $0,36, CVR 20,8%, 98% мобайл.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Бюджет не режет (lostB 0%), но 40% показов теряются из-за ранга.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Потенциал при восстановлении половины lostR: ~+3 заявки за 2 дня.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Снижать целевую CPA сейчас не нужно: цель $16 против факта $1,73; риск — потерять объём.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Если тест — $10, не ниже $4; главный рычаг — ранг/QS и top-доля.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