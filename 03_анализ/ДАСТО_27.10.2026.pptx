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7181A"/>
                </a:solidFill>
                <a:latin typeface="Arial"/>
              </a:rPr>
              <a:t>Заявки по дням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Звонки</c:v>
                </c:pt>
              </c:strCache>
            </c:strRef>
          </c:tx>
          <c:spPr>
            <a:solidFill>
              <a:srgbClr val="D0130D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16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  <c:pt idx="7">
                  <c:v>22</c:v>
                </c:pt>
                <c:pt idx="8">
                  <c:v>23</c:v>
                </c:pt>
                <c:pt idx="9">
                  <c:v>26</c:v>
                </c:pt>
                <c:pt idx="10">
                  <c:v>27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</c:v>
                </c:pt>
                <c:pt idx="1">
                  <c:v>10</c:v>
                </c:pt>
                <c:pt idx="2">
                  <c:v>7</c:v>
                </c:pt>
                <c:pt idx="3">
                  <c:v>9</c:v>
                </c:pt>
                <c:pt idx="4">
                  <c:v>3</c:v>
                </c:pt>
                <c:pt idx="5">
                  <c:v>7</c:v>
                </c:pt>
                <c:pt idx="6">
                  <c:v>10</c:v>
                </c:pt>
                <c:pt idx="7">
                  <c:v>9</c:v>
                </c:pt>
                <c:pt idx="8">
                  <c:v>16</c:v>
                </c:pt>
                <c:pt idx="9">
                  <c:v>13</c:v>
                </c:pt>
                <c:pt idx="10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1188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/ ДАСТО - СТО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ДАСТО: неделя</a:t>
            </a:r>
          </a:p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после Max Conversions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13–26 октября 2026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5 кампаний · понедельник 26.10 · рост к 20 заявкам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изменилось: заявки вверх, CPA вниз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заявок 19–25.10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$3,67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CPA 19–25.10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418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10,2%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конверсия 19–25.10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34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325880"/>
            <a:ext cx="2450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1801368"/>
            <a:ext cx="2450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заявок в пн 26.10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487168"/>
            <a:ext cx="54864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13–19.10: 40 заявок, CPA $4,02, конверсия 9,2%.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19–25.10: 45 заявок, CPA $3,67, конверсия 10,2%. Расход почти тот же: $161 → $165.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20–23.10 (Вт–Пт): 42 заявки, CPA $3,17, конверсия 12,0% — вот эффект после смены стратегии.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26.10: 13 заявок, CPA $2,32, конверсия 17,1% — лучший понедельник.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871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ЧТО ЭТО ЗНАЧИТ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88920"/>
            <a:ext cx="5394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Max Conversions не сломал экономику: 45 против 40 заявок, CPA $4,02 → $3,67.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20–23.10 без плохого понедельника: CPA $3,17, конверсия 12,0% — сильнее.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В конверсиях 20–26 есть 5 кликов Instagram; для обучения Max Conversions это шум.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НЕДЕЛИ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Недели: заявки, цена клика, CPA, расход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0241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914400"/>
                <a:gridCol w="1463040"/>
                <a:gridCol w="1554480"/>
                <a:gridCol w="137160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Неделя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Цена клика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Конверсия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05–11.10 (06–09)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$0,46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$7,68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$69,16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12–18.10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$0,33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$3,37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$111,18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19–25.10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$0,37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$3,67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$165,07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Итого 06–25.10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$0,37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$3,97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$345,41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57600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Лучшая неделя — 12–18.10: 33 заявки, CPA $3,37, конверсия 9,8%.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19–25.10: 45 заявок, CPA $3,67 — объём вырос, но CPA выше из-за понедельника 19.10.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05–11 — только 4 дня (06–09), 9 заявок; 26.10 — отдельный понедельник: 13 заявок.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26679" y="3657600"/>
          <a:ext cx="393192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ПН–ПТ И ПОНЕДЕЛЬНИКИ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Понедельник 26.10 — сильнее, чем 19.10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914400"/>
                <a:gridCol w="1417320"/>
                <a:gridCol w="141732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Период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Цена клика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Конверсия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13–17.10, Пн–Пт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$0,38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$3,49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$128,99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19–23.10, Пн–Пт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$0,37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$3,67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$165,07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20–23.10, Вт–Пт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$0,38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$3,17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$133,29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19.10, понедельник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$0,34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$10,59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$31,78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26.10, понедельник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$0,40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$2,32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40" b="0">
                          <a:solidFill>
                            <a:srgbClr val="17181A"/>
                          </a:solidFill>
                          <a:latin typeface="Arial"/>
                        </a:rPr>
                        <a:t>$30,11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58768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Пн–Пт 19–23 хуже 13–17 по CPA ($3,67 vs $3,49) — потому что в понедельник 19 было 3 заявки.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Вт–Пт 20–23: 42 заявки, CPA $3,17, конверсия 12,0% — вот эффект после смены стратегии.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26.10: 13 заявок, CPA $2,32. 19.10: 3 заявки, CPA $10,59. Разница огромная, но 19-е — после паузы.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КАМПАНИИ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Что сейчас работает и где узкие места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9281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868680"/>
                <a:gridCol w="822960"/>
                <a:gridCol w="914400"/>
                <a:gridCol w="82296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Ставки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Конв.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Max Conv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$10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$65,58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$2,52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45720" marT="9144" marB="9144" anchor="ctr">
                    <a:solidFill>
                      <a:srgbClr val="E3F2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Max Conv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$45,73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$2,69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Max Clicks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$15,67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$3,13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Max Conv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$31,71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$4,53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Ремонт подвески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Max Conv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$1,21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88%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СТО-По маркам — главный драйвер: 26 заявок, CPA $2,52; есть потеря по бюджету 14%.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Регулировка: 17 заявок, CPA $2,69, потеря только по рангу 36% — можно поднимать ставки/QS.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Развал: CPA $4,53, потеря по бюджету 18% — дороже, но ещё есть объём.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88620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СТО-Общая: 5 заявок, CPA $3,13, но потеря по рангу 63% — слабая видимость.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Подвеска: 10 показов, 3 клика, 0 заявок, потеря по рангу 88% — кампания фактически не работает.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Что чинить: Подвеска — LP/ставки или пауза; СТО-Общая — ранг/объявления.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РОСТ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Как дойти до 20 заявок в день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9–13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сейчас в день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цель в день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418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+$30–40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нужно в день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34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325880"/>
            <a:ext cx="2450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+90–120%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1801368"/>
            <a:ext cx="2450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кликов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19–25.10: 45 заявок за 5 рабочих дней = 9/день; 20–23.10 — 10,5/день; 26.10 — 13.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Цель 20/день: +7–11 заявок в день (+54–122%).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При CPA $3,17–3,67: 20 заявок = $63–73/день. Сейчас $33/день. Нужно +$30–40/день.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По кликам: 20 / 10–12% = 167–196 кликов/день. Сейчас 85–88. Нужно +90–120%.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Бюджеты сейчас $41/день, фактически $33. Поднять СТО-По маркам и Регулировку — там лучший CPA.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Подвеска не даст роста: 10 показов, потеря по рангу 88%. Сначала починить или выключить.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План: 15 → 18 → 20 заявок. На каждом шаге смотреть CPA; если CPA &gt; $4 — стоп/откат.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Без роста конверсии 20/день потребуют почти вдвое больше кликов.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ЭКОНОМИКА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Экономика по услугам: где считаем, где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94183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822960"/>
                <a:gridCol w="1005840"/>
                <a:gridCol w="1188720"/>
                <a:gridCol w="91440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Кампания / услуга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Конверсия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Средний чек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Что нужно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$2,52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цена/маржа по маркам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$2,69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цена регулировки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$3,13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что входит в СТО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$4,53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цена развала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Полировка фар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7181A"/>
                          </a:solidFill>
                          <a:latin typeface="Arial"/>
                        </a:rPr>
                        <a:t>нет отдельной кампании/ключей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CPA по услугам уже разный: от $2,52 до $4,53. Это не значит, что Развал хуже — зависит от чека и маржи.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Полировка фар в запросах и кампаниях не выделена. Если это отдельная услуга — нужна отдельная группа/кампания, иначе экономику не посчитать.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Формула: допустимый CPA = прибыль с заявки × конверсия в визит/сделку.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88620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Пришли цены/маржу по услугам — соберу таблицу «заявка → выручка → прибыль → допустимый CPA».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Пока видно: СТО-По маркам и Регулировка дешевле всех по заявке; их можно масштабировать первыми.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Развал дороже, но может быть выгоднее по чеку — нужна экономика, не только CPA.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ЧТО УЛУЧШИТЬ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Max Conversions: что не сломать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4 из 5 кампаний на Max Conversions. 19–25: заявки 40 → 45, CPA $4,02 → $3,67, конверсия 9,2% → 10,2%.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20–23.10 без понедельника 19: 42 заявки, CPA $3,17, конверсия 12,0% — лучший отрезок.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В конверсиях 20–26 есть 5 кликов Instagram; если это не заявки — перевести в наблюдаемые.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Подвеска: 10 показов, 3 клика, 0 заявок, потеря по рангу 88%. Починить LP/ставки или выключить.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СТО-Общая: 5 заявок, потеря по рангу 63% — слабая видимость; нужно качество/ставки.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Проверить, что Max Conversions не режет лучшие кампании: у СТО-По маркам потеря по бюджету 14% — есть куда расти.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Не масштабировать всё сразу: сначала СТО-По маркам и Регулировка, потом Развал.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Добавить цель «заявка» с ценностью; иначе Max Conversions оптимизирует клики.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Считать экономику по услугам, а не только CPA.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